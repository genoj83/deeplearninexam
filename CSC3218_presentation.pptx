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CIFAR-10 Image Classification</a:t>
            </a:r>
          </a:p>
          <a:p>
            <a:r>
              <a:t>with a Convolutional Neural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Geno Owor Joshua</a:t>
            </a:r>
          </a:p>
          <a:p>
            <a:r>
              <a:t>Reg. No. M23B23/006</a:t>
            </a:r>
          </a:p>
          <a:p>
            <a:r>
              <a:t>Uganda Christian University</a:t>
            </a:r>
          </a:p>
          <a:p>
            <a:r>
              <a:t>CSC3218 —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CIFAR-10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Task: classify 32×32 RGB images into 10 classes (logits → softmax; train with cross-entropy).</a:t>
            </a:r>
          </a:p>
          <a:p>
            <a:pPr>
              <a:defRPr sz="1700"/>
            </a:pPr>
            <a:r>
              <a:t>CNNs: local filters, hierarchy of features, pooling — suited to natural images.</a:t>
            </a:r>
          </a:p>
          <a:p>
            <a:pPr>
              <a:defRPr sz="1700"/>
            </a:pPr>
            <a:r>
              <a:t>50k train / 10k test (official); we use 90% train / 10% val from the 50k; test only for final metrics.</a:t>
            </a:r>
          </a:p>
          <a:p>
            <a:pPr>
              <a:defRPr sz="1700"/>
            </a:pPr>
            <a:r>
              <a:t>Normalize with CIFAR mean/std; train aug: RandomCrop+padding, horizontal flip — not on val/test.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3× stages: two Conv3×3+BN+ReLU → MaxPool → dropout; channels 64→128→256; spatial 32→4.</a:t>
            </a:r>
          </a:p>
          <a:p>
            <a:pPr>
              <a:defRPr sz="1600"/>
            </a:pPr>
            <a:r>
              <a:t>Global average pool → head: Linear→BN→ReLU→Dropout→Linear (10 classes).</a:t>
            </a:r>
          </a:p>
          <a:p>
            <a:pPr>
              <a:defRPr sz="1600"/>
            </a:pPr>
            <a:r>
              <a:t>AdamW (lr=0.0003, weight_decay=0.0001); ReduceLROnPlateau on val acc (×0.5, patience 4).</a:t>
            </a:r>
          </a:p>
          <a:p>
            <a:pPr>
              <a:defRPr sz="1600"/>
            </a:pPr>
            <a:r>
              <a:t>Early stopping patience 12 epochs; best val checkpoint → reload before test eval.</a:t>
            </a:r>
          </a:p>
          <a:p>
            <a:pPr>
              <a:defRPr sz="1600"/>
            </a:pPr>
            <a:r>
              <a:t>Regularization: dropout 0.3, weight decay, augmentation; test set used once.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&amp;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8138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292608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Epochs (completed / 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80 / 80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Learning rate / weight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0.0003 / 0.0001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Dropout / early-stop patience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 / 12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Device /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cpu · ~18.5 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990088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Test accuracy 91.67% · test loss 0.263 · macro P/R/F1 91.6% / 91.7% / 91.6%</a:t>
            </a:r>
          </a:p>
          <a:p>
            <a:pPr>
              <a:defRPr sz="1400"/>
            </a:pPr>
            <a:r>
              <a:t>Best checkpoint: train 98.18% · val 92.16% (train–val gap → mild overfitting).</a:t>
            </a:r>
          </a:p>
          <a:p>
            <a:pPr>
              <a:defRPr sz="1400"/>
            </a:pPr>
            <a:r>
              <a:t>Hardest F1: cat (0.82), dog (0.87); strongest: automobile (0.96), ship (0.95).</a:t>
            </a:r>
          </a:p>
          <a:p>
            <a:pPr>
              <a:defRPr sz="1400"/>
            </a:pPr>
            <a:r>
              <a:t>Val ≈ test accuracy → validation split was representative.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/ validation loss and accuracy</a:t>
            </a:r>
          </a:p>
        </p:txBody>
      </p:sp>
      <p:pic>
        <p:nvPicPr>
          <p:cNvPr id="3" name="Picture 2" descr="curves_los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confusion matrix &amp; sample predictions</a:t>
            </a:r>
          </a:p>
        </p:txBody>
      </p:sp>
      <p:pic>
        <p:nvPicPr>
          <p:cNvPr id="3" name="Picture 2" descr="confusion_matrix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4069080" cy="3560445"/>
          </a:xfrm>
          <a:prstGeom prst="rect">
            <a:avLst/>
          </a:prstGeom>
        </p:spPr>
      </p:pic>
      <p:pic>
        <p:nvPicPr>
          <p:cNvPr id="4" name="Picture 3" descr="sample_predi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60120"/>
            <a:ext cx="4069080" cy="4438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989320"/>
            <a:ext cx="4069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Confusion matrix (counts)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5989320"/>
            <a:ext cx="4069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Green = correct, red = wrong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Curves: training improves faster than validation; LR drops when val acc plateaus.</a:t>
            </a:r>
          </a:p>
          <a:p>
            <a:pPr>
              <a:defRPr sz="1700"/>
            </a:pPr>
            <a:r>
              <a:t>Matrix: off-diagonal mass shows cat/dog and similar classes; vehicles/ships often cleaner.</a:t>
            </a:r>
          </a:p>
          <a:p>
            <a:pPr>
              <a:defRPr sz="1700"/>
            </a:pPr>
            <a:r>
              <a:t>Limits: moderate-depth CNN; no TTA/ensemble; low-res images — ResNet / stronger aug could help.</a:t>
            </a:r>
          </a:p>
          <a:p>
            <a:pPr>
              <a:defRPr sz="1700"/>
            </a:pPr>
            <a:r>
              <a:t>Summary: BN + dropout + GAP CNN achieves 91.67% on CIFAR-10 with proper train/val/test practice.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